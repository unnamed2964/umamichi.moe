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S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5" autoAdjust="0"/>
    <p:restoredTop sz="94660"/>
  </p:normalViewPr>
  <p:slideViewPr>
    <p:cSldViewPr snapToGrid="0">
      <p:cViewPr>
        <p:scale>
          <a:sx n="48" d="100"/>
          <a:sy n="48" d="100"/>
        </p:scale>
        <p:origin x="1074" y="9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24F95A-7E79-016F-C482-BE9E077BE4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7C90B3D-A2A2-EE42-94BE-C895B3C46E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SG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185BB5-870D-73FB-9E23-568888410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F05B9-F375-4ED2-8357-774628D855FB}" type="datetimeFigureOut">
              <a:rPr lang="zh-SG" altLang="en-US" smtClean="0"/>
              <a:t>12/4/2026</a:t>
            </a:fld>
            <a:endParaRPr lang="zh-SG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8AB757-2B8C-50C6-61FE-E0478F1D9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E7D9C7-76ED-663C-D7E5-F144DEA69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969CC-EFCF-47EA-B995-35A9341311A4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24145013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54F639-F6D1-DC4C-E374-7754DBD79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286329C-FBCC-EBDF-A9BE-7F147B3113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78869DF-66BC-522C-0947-15AE52D19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F05B9-F375-4ED2-8357-774628D855FB}" type="datetimeFigureOut">
              <a:rPr lang="zh-SG" altLang="en-US" smtClean="0"/>
              <a:t>12/4/2026</a:t>
            </a:fld>
            <a:endParaRPr lang="zh-SG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07F617-4703-7607-9786-0DD84271E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55BC8B1-7583-D05E-46C6-4D8F746CF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969CC-EFCF-47EA-B995-35A9341311A4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382108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E12F01-C761-42EE-0775-40DC051EF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FF9CCD7-CFE3-EF45-57B1-F7D21E67C1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BB78172-BF97-D01A-1747-330502D20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F05B9-F375-4ED2-8357-774628D855FB}" type="datetimeFigureOut">
              <a:rPr lang="zh-SG" altLang="en-US" smtClean="0"/>
              <a:t>12/4/2026</a:t>
            </a:fld>
            <a:endParaRPr lang="zh-SG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73C5CB-7D42-3A51-F01C-6C3A3A8F1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9B804DA-F06B-CC7E-A5E8-EE6D95C06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969CC-EFCF-47EA-B995-35A9341311A4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3444035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746D99-3F17-81C4-3E80-E507CA191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82E80EB-E7A3-A410-FBCA-0D443969CE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0020092-13A1-8FF6-6CD8-4E7471DAAD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71DDB79-453A-0BCC-1DD2-5315B3CC2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F05B9-F375-4ED2-8357-774628D855FB}" type="datetimeFigureOut">
              <a:rPr lang="zh-SG" altLang="en-US" smtClean="0"/>
              <a:t>12/4/2026</a:t>
            </a:fld>
            <a:endParaRPr lang="zh-SG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921CAB8-92D1-3EF9-B883-4D03E4BB6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F75F365-34C5-7A4E-3959-FC5DC3B8C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969CC-EFCF-47EA-B995-35A9341311A4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1093330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CDD959-812B-18CE-3FD8-A129F7C92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6270A55-7755-30A5-A8EA-C02DB1153A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AE69202-2C67-7384-E8F0-F6795CBCBE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F879411-A049-E849-2B44-C51DD4653E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F726EDD-C4D3-CE17-4ED6-CD30F3C518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A55F44A-E545-8291-FA78-84B72EE5F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F05B9-F375-4ED2-8357-774628D855FB}" type="datetimeFigureOut">
              <a:rPr lang="zh-SG" altLang="en-US" smtClean="0"/>
              <a:t>12/4/2026</a:t>
            </a:fld>
            <a:endParaRPr lang="zh-SG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2B7DD0F-EB56-6450-0615-07692FA07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D14FE72-4962-D683-2F63-EB7F30ABC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969CC-EFCF-47EA-B995-35A9341311A4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2524435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4EFAE9-16FA-3F98-1032-F2D0D32EF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93A098E-952E-5FA2-1A94-CAA5FEFD1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F05B9-F375-4ED2-8357-774628D855FB}" type="datetimeFigureOut">
              <a:rPr lang="zh-SG" altLang="en-US" smtClean="0"/>
              <a:t>12/4/2026</a:t>
            </a:fld>
            <a:endParaRPr lang="zh-SG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60BD132-C80D-E347-9A07-EE1F55836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A041641-47CA-1443-8D5E-E757DAA17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969CC-EFCF-47EA-B995-35A9341311A4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573778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A89785A-B17A-A199-3064-8197F402F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F05B9-F375-4ED2-8357-774628D855FB}" type="datetimeFigureOut">
              <a:rPr lang="zh-SG" altLang="en-US" smtClean="0"/>
              <a:t>12/4/2026</a:t>
            </a:fld>
            <a:endParaRPr lang="zh-SG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87BFF16-3ED6-C329-93C1-8E2725A4A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50A86FD-72E1-76C7-2EBB-3E543D6D9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969CC-EFCF-47EA-B995-35A9341311A4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2009828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31DFDE-B0A4-5A28-5AF3-EFB2B67BD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80BB393-B8B3-84F8-AC2C-FEF8B661DB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F279A93-EB7B-DB90-977C-E6A4DB8A5D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81B6466-64E0-B904-CDA0-FB7E9668B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F05B9-F375-4ED2-8357-774628D855FB}" type="datetimeFigureOut">
              <a:rPr lang="zh-SG" altLang="en-US" smtClean="0"/>
              <a:t>12/4/2026</a:t>
            </a:fld>
            <a:endParaRPr lang="zh-SG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E73773F-4FDC-CF81-87D5-99FAACA15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3B7E696-C44B-2685-C1ED-F3C24BF7D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969CC-EFCF-47EA-B995-35A9341311A4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673676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BC9C33-0F3B-202F-B830-B34741BB3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A33C573-7EE3-4817-E261-699C48AC94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SG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B39FA98-086C-86CD-966E-E338CDDE38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9C41E8E-D5C6-422C-14F3-456A8C784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F05B9-F375-4ED2-8357-774628D855FB}" type="datetimeFigureOut">
              <a:rPr lang="zh-SG" altLang="en-US" smtClean="0"/>
              <a:t>12/4/2026</a:t>
            </a:fld>
            <a:endParaRPr lang="zh-SG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6BE2B6C-0090-2F74-DE96-80F7B08AC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7A0819C-5782-761E-DDA9-B1F337B3D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969CC-EFCF-47EA-B995-35A9341311A4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8873415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23E5AA-3AAC-E097-CFA5-77EF82502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75DFBB8-4C24-11F0-9811-6B9E2F9A4D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44D66A1-99A0-B5A6-F9E1-E68013766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F05B9-F375-4ED2-8357-774628D855FB}" type="datetimeFigureOut">
              <a:rPr lang="zh-SG" altLang="en-US" smtClean="0"/>
              <a:t>12/4/2026</a:t>
            </a:fld>
            <a:endParaRPr lang="zh-SG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33BE99A-9B0B-6122-BC20-B1F14C6BA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22D1357-6ECF-34D8-32B4-EA6D609D7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969CC-EFCF-47EA-B995-35A9341311A4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6704024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23478C7-D418-8286-D49F-8FA7B8D9A6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3DBCC92-908F-7493-1C19-04A07154AA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D6998F-5A8B-6568-49CB-A0BD62989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F05B9-F375-4ED2-8357-774628D855FB}" type="datetimeFigureOut">
              <a:rPr lang="zh-SG" altLang="en-US" smtClean="0"/>
              <a:t>12/4/2026</a:t>
            </a:fld>
            <a:endParaRPr lang="zh-SG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CF695B7-CF4D-A3BE-94FA-858FCC979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E152EBD-FDBA-6326-A02D-741422492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969CC-EFCF-47EA-B995-35A9341311A4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1926678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07B0E31-6C69-D8ED-0D13-85CAF9C7A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272DA5B-623C-FF5F-1362-2325A0ABFC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2745F5-7F2E-7D3E-44BE-9722AC820C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DF05B9-F375-4ED2-8357-774628D855FB}" type="datetimeFigureOut">
              <a:rPr lang="zh-SG" altLang="en-US" smtClean="0"/>
              <a:t>12/4/2026</a:t>
            </a:fld>
            <a:endParaRPr lang="zh-SG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2A1B502-3A63-06A6-B460-BBDA6F11CD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SG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B58BE5-09BF-5F45-276C-61C6F0A3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A969CC-EFCF-47EA-B995-35A9341311A4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1191166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S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A3B6A6BF-6FF3-8C54-6E27-060DA87CBF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9751738" cy="6858000"/>
          </a:xfrm>
          <a:prstGeom prst="rect">
            <a:avLst/>
          </a:prstGeom>
        </p:spPr>
      </p:pic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1915CFFB-2CE7-3768-B0D5-8E228FCFD10B}"/>
              </a:ext>
            </a:extLst>
          </p:cNvPr>
          <p:cNvSpPr/>
          <p:nvPr/>
        </p:nvSpPr>
        <p:spPr>
          <a:xfrm flipH="1">
            <a:off x="2160876" y="3754460"/>
            <a:ext cx="1379935" cy="876296"/>
          </a:xfrm>
          <a:custGeom>
            <a:avLst/>
            <a:gdLst>
              <a:gd name="csX0" fmla="*/ 1059656 w 1379935"/>
              <a:gd name="csY0" fmla="*/ 438146 h 876296"/>
              <a:gd name="csX1" fmla="*/ 1059657 w 1379935"/>
              <a:gd name="csY1" fmla="*/ 438147 h 876296"/>
              <a:gd name="csX2" fmla="*/ 1059656 w 1379935"/>
              <a:gd name="csY2" fmla="*/ 438147 h 876296"/>
              <a:gd name="csX3" fmla="*/ 1059658 w 1379935"/>
              <a:gd name="csY3" fmla="*/ 436958 h 876296"/>
              <a:gd name="csX4" fmla="*/ 1059656 w 1379935"/>
              <a:gd name="csY4" fmla="*/ 436960 h 876296"/>
              <a:gd name="csX5" fmla="*/ 1059656 w 1379935"/>
              <a:gd name="csY5" fmla="*/ 436958 h 876296"/>
              <a:gd name="csX6" fmla="*/ 894162 w 1379935"/>
              <a:gd name="csY6" fmla="*/ 0 h 876296"/>
              <a:gd name="csX7" fmla="*/ 573885 w 1379935"/>
              <a:gd name="csY7" fmla="*/ 0 h 876296"/>
              <a:gd name="csX8" fmla="*/ 922374 w 1379935"/>
              <a:gd name="csY8" fmla="*/ 314323 h 876296"/>
              <a:gd name="csX9" fmla="*/ 0 w 1379935"/>
              <a:gd name="csY9" fmla="*/ 314323 h 876296"/>
              <a:gd name="csX10" fmla="*/ 0 w 1379935"/>
              <a:gd name="csY10" fmla="*/ 561973 h 876296"/>
              <a:gd name="csX11" fmla="*/ 921054 w 1379935"/>
              <a:gd name="csY11" fmla="*/ 561973 h 876296"/>
              <a:gd name="csX12" fmla="*/ 573885 w 1379935"/>
              <a:gd name="csY12" fmla="*/ 875105 h 876296"/>
              <a:gd name="csX13" fmla="*/ 573885 w 1379935"/>
              <a:gd name="csY13" fmla="*/ 875106 h 876296"/>
              <a:gd name="csX14" fmla="*/ 894162 w 1379935"/>
              <a:gd name="csY14" fmla="*/ 875106 h 876296"/>
              <a:gd name="csX15" fmla="*/ 894162 w 1379935"/>
              <a:gd name="csY15" fmla="*/ 876296 h 876296"/>
              <a:gd name="csX16" fmla="*/ 1378616 w 1379935"/>
              <a:gd name="csY16" fmla="*/ 439338 h 876296"/>
              <a:gd name="csX17" fmla="*/ 1379935 w 1379935"/>
              <a:gd name="csY17" fmla="*/ 439338 h 876296"/>
              <a:gd name="csX18" fmla="*/ 1379275 w 1379935"/>
              <a:gd name="csY18" fmla="*/ 438743 h 876296"/>
              <a:gd name="csX19" fmla="*/ 1379935 w 1379935"/>
              <a:gd name="csY19" fmla="*/ 438148 h 876296"/>
              <a:gd name="csX20" fmla="*/ 1378616 w 1379935"/>
              <a:gd name="csY20" fmla="*/ 438148 h 876296"/>
              <a:gd name="csX21" fmla="*/ 894162 w 1379935"/>
              <a:gd name="csY21" fmla="*/ 1190 h 8762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1379935" h="876296">
                <a:moveTo>
                  <a:pt x="1059656" y="438146"/>
                </a:moveTo>
                <a:lnTo>
                  <a:pt x="1059657" y="438147"/>
                </a:lnTo>
                <a:lnTo>
                  <a:pt x="1059656" y="438147"/>
                </a:lnTo>
                <a:close/>
                <a:moveTo>
                  <a:pt x="1059658" y="436958"/>
                </a:moveTo>
                <a:lnTo>
                  <a:pt x="1059656" y="436960"/>
                </a:lnTo>
                <a:lnTo>
                  <a:pt x="1059656" y="436958"/>
                </a:lnTo>
                <a:close/>
                <a:moveTo>
                  <a:pt x="894162" y="0"/>
                </a:moveTo>
                <a:lnTo>
                  <a:pt x="573885" y="0"/>
                </a:lnTo>
                <a:lnTo>
                  <a:pt x="922374" y="314323"/>
                </a:lnTo>
                <a:lnTo>
                  <a:pt x="0" y="314323"/>
                </a:lnTo>
                <a:lnTo>
                  <a:pt x="0" y="561973"/>
                </a:lnTo>
                <a:lnTo>
                  <a:pt x="921054" y="561973"/>
                </a:lnTo>
                <a:lnTo>
                  <a:pt x="573885" y="875105"/>
                </a:lnTo>
                <a:lnTo>
                  <a:pt x="573885" y="875106"/>
                </a:lnTo>
                <a:lnTo>
                  <a:pt x="894162" y="875106"/>
                </a:lnTo>
                <a:lnTo>
                  <a:pt x="894162" y="876296"/>
                </a:lnTo>
                <a:lnTo>
                  <a:pt x="1378616" y="439338"/>
                </a:lnTo>
                <a:lnTo>
                  <a:pt x="1379935" y="439338"/>
                </a:lnTo>
                <a:lnTo>
                  <a:pt x="1379275" y="438743"/>
                </a:lnTo>
                <a:lnTo>
                  <a:pt x="1379935" y="438148"/>
                </a:lnTo>
                <a:lnTo>
                  <a:pt x="1378616" y="438148"/>
                </a:lnTo>
                <a:lnTo>
                  <a:pt x="894162" y="119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SG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7E1CB4E-A3E6-AB40-BDF5-14773626F370}"/>
              </a:ext>
            </a:extLst>
          </p:cNvPr>
          <p:cNvSpPr txBox="1"/>
          <p:nvPr/>
        </p:nvSpPr>
        <p:spPr>
          <a:xfrm>
            <a:off x="14827728" y="1750336"/>
            <a:ext cx="898003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SG" sz="9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  <a:endParaRPr lang="zh-SG" altLang="en-US" sz="9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0366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</Words>
  <Application>Microsoft Office PowerPoint</Application>
  <PresentationFormat>宽屏</PresentationFormat>
  <Paragraphs>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Umamichi Kagurazaka</dc:creator>
  <cp:lastModifiedBy>Umamichi Kagurazaka</cp:lastModifiedBy>
  <cp:revision>2</cp:revision>
  <dcterms:created xsi:type="dcterms:W3CDTF">2026-04-12T08:45:27Z</dcterms:created>
  <dcterms:modified xsi:type="dcterms:W3CDTF">2026-04-12T09:00:03Z</dcterms:modified>
</cp:coreProperties>
</file>