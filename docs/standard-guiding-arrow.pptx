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"/>
  </p:notesMasterIdLst>
  <p:sldIdLst>
    <p:sldId id="257" r:id="rId2"/>
  </p:sldIdLst>
  <p:sldSz cx="12192000" cy="6858000"/>
  <p:notesSz cx="6858000" cy="9144000"/>
  <p:embeddedFontLst>
    <p:embeddedFont>
      <p:font typeface="Umamichi nanjing metro" panose="02000503000000000000" pitchFamily="2" charset="0"/>
      <p:regular r:id="rId4"/>
    </p:embeddedFont>
  </p:embeddedFontLst>
  <p:defaultTextStyle>
    <a:defPPr>
      <a:defRPr lang="zh-S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15" autoAdjust="0"/>
    <p:restoredTop sz="94660"/>
  </p:normalViewPr>
  <p:slideViewPr>
    <p:cSldViewPr snapToGrid="0">
      <p:cViewPr varScale="1">
        <p:scale>
          <a:sx n="90" d="100"/>
          <a:sy n="90" d="100"/>
        </p:scale>
        <p:origin x="33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font" Target="fonts/font1.fntdata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0T19:41:24.388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35 546 12439 0 0,'-6'-3'601'0'0,"-15"-8"-3"0"0,20 11-550 0 0,1-1 0 0 0,-1 1 0 0 0,0-1 0 0 0,1 1 0 0 0,-1-1 0 0 0,1 0 0 0 0,-1 1 0 0 0,1-1 0 0 0,0 1 0 0 0,-1-1 0 0 0,1 0 0 0 0,0 0 1 0 0,-1 1-1 0 0,1-1 0 0 0,0 0 0 0 0,0 0 0 0 0,0 1 0 0 0,0-1 0 0 0,-1 0 0 0 0,1 0 0 0 0,0 1 0 0 0,0-1 0 0 0,0 0 0 0 0,1 0 0 0 0,-1 1 0 0 0,0-1 0 0 0,0 0 0 0 0,1 0 0 0 0,10-35 2162 0 0,-10 33-1274 0 0,6-8-66 0 0,23-32-302 0 0,-23 32-137 0 0,6 1-23 0 0,38-29-41 0 0,-38 29-146 0 0,4 1-58 0 0,50-28-17 0 0,-36 19-26 0 0,27-14-85 0 0,-26 15 8 0 0,57-31-11 0 0,10-3 70 0 0,-57 31 5 0 0,44-16-10 0 0,-42 20-1 0 0,47-14-1 0 0,-81 27-65 0 0,0 0-1 0 0,15-2 1 0 0,65-12 58 0 0,-81 15-67 0 0,0 1 0 0 0,0 0 0 0 0,12 0 0 0 0,-8 1-9 0 0,42-1 24 0 0,89 8 0 0 0,-65 5 36 0 0,-1 3 0 0 0,-1 4 0 0 0,-1 2 0 0 0,102 45 0 0 0,-63-13 41 0 0,122 76 1 0 0,85 73 176 0 0,-13 21 65 0 0,-23 25-20 0 0,-30 28-46 0 0,-160-154-158 0 0,-5 5-1 0 0,-6 4 0 0 0,-5 3 1 0 0,-7 3-1 0 0,76 200 1 0 0,-91-176-14 0 0,-8 1 0 0 0,53 310-1 0 0,-94-410-81 0 0,-4 1 0 0 0,-2 1-1 0 0,-6 68 1 0 0,2-83-46 0 0,1-49-49 0 0,-8-27-316 0 0,-14 1 147 0 0,-1 1 0 0 0,-2 0 0 0 0,-46-36 0 0 0,26 23 148 0 0,-21-14-9 0 0,38 32 46 0 0,-34-33 1 0 0,-70-69-43 0 0,1 1 33 0 0,104 94 53 0 0,-77-81 0 0 0,52 60 0 0 0,151 165 63 0 0,-35-37-2 0 0,234 246 122 0 0,-229-259-128 0 0,3-3 0 0 0,126 86 0 0 0,-177-136-55 0 0,81 50 0 0 0,-61-44 11 0 0,-35-17-6 0 0,1-1-1 0 0,-1 0 1 0 0,1 0 0 0 0,-1 0-1 0 0,1-1 1 0 0,-1 0 0 0 0,1-1 0 0 0,7 1-1 0 0,-8-1-3 0 0,1-1 0 0 0,-1 0 0 0 0,0 0 0 0 0,1 0 0 0 0,-1-1-1 0 0,0 0 1 0 0,0 0 0 0 0,0 0 0 0 0,0-1 0 0 0,0 0-1 0 0,-1 0 1 0 0,7-5 0 0 0,-7 3-1 0 0,-1 1 0 0 0,1-1 0 0 0,-1-1 0 0 0,0 1 0 0 0,0-1 0 0 0,0 0 0 0 0,-1 1 0 0 0,0-2 0 0 0,0 1 0 0 0,0 0 0 0 0,3-13 0 0 0,-1-6-3 0 0,0 1 0 0 0,-1-1 0 0 0,-2 0-1 0 0,0-26 1 0 0,-8-107-28 0 0,5 129 25 0 0,-15-324-8 0 0,22 0 17 0 0,-3 301-3 0 0,1 3 0 0 0,0-15-11 0 0,-2 47-3 0 0,-1 10-9 0 0,0 0 0 0 0,-1 0 0 0 0,0 0 0 0 0,0 1 1 0 0,-1-1-1 0 0,0 0 0 0 0,-2-11 0 0 0,3 17-1 0 0,-1 1-1 0 0,1-1 0 0 0,0 1 1 0 0,0-1-1 0 0,-1 0 1 0 0,1 1-1 0 0,0-1 1 0 0,-1 1-1 0 0,1-1 0 0 0,-1 1 1 0 0,1-1-1 0 0,0 1 1 0 0,-1-1-1 0 0,1 1 1 0 0,-1-1-1 0 0,0 1 0 0 0,1 0 1 0 0,-1-1-1 0 0,1 1 1 0 0,-2-1-1 0 0,-2-1-467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SG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3F76B4-C82F-43D6-97F4-4F49332AFE44}" type="datetimeFigureOut">
              <a:rPr lang="zh-SG" altLang="en-US" smtClean="0"/>
              <a:t>21/4/2026</a:t>
            </a:fld>
            <a:endParaRPr lang="zh-SG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SG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SG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SG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001159-4DDA-4665-BDB6-3596DB60C8F1}" type="slidenum">
              <a:rPr lang="zh-SG" altLang="en-US" smtClean="0"/>
              <a:t>‹#›</a:t>
            </a:fld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39428781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SG" altLang="en-US" dirty="0">
              <a:latin typeface="Umamichi nanjing metro" panose="02000503000000000000" pitchFamily="2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001159-4DDA-4665-BDB6-3596DB60C8F1}" type="slidenum">
              <a:rPr lang="zh-SG" altLang="en-US" smtClean="0"/>
              <a:t>1</a:t>
            </a:fld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897855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0C1DBF-A10A-E72F-7E92-2CB7D3C1B8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SG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215FF78-A0BB-4D26-8C4D-CA03C5A8C3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SG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E7A91B3-1E1F-79A4-BF37-6B96BC7ECF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E5323-4CEF-4BF7-826F-A64B4BFB2C18}" type="datetimeFigureOut">
              <a:rPr lang="zh-SG" altLang="en-US" smtClean="0"/>
              <a:t>21/4/2026</a:t>
            </a:fld>
            <a:endParaRPr lang="zh-SG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901B9B9-70FF-2B9E-917F-E3EDC76AC4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SG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B1A204-3C01-A1BE-909B-4EC61BCD6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EE778-2088-4D05-BE30-78F9F069A3F0}" type="slidenum">
              <a:rPr lang="zh-SG" altLang="en-US" smtClean="0"/>
              <a:t>‹#›</a:t>
            </a:fld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13358798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DEDDBF-C85C-28CF-E662-D6DB860D6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SG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6255578-988B-CC4B-A323-6345E64954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SG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DBC5A36-3F04-50D1-5B4D-3DA71AD9EE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E5323-4CEF-4BF7-826F-A64B4BFB2C18}" type="datetimeFigureOut">
              <a:rPr lang="zh-SG" altLang="en-US" smtClean="0"/>
              <a:t>21/4/2026</a:t>
            </a:fld>
            <a:endParaRPr lang="zh-SG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D446FE8-7C6E-FB2A-8DB2-02329D5FB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SG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6D52D11-3DCE-3923-14BE-B1ADECD0C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EE778-2088-4D05-BE30-78F9F069A3F0}" type="slidenum">
              <a:rPr lang="zh-SG" altLang="en-US" smtClean="0"/>
              <a:t>‹#›</a:t>
            </a:fld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18892453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5F80C0-A957-68BF-940F-642893BF42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SG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EA59828-DBAD-68C1-3363-4C8155DC0C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B5457DB-C00E-0BEE-27F1-CBF5356AA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E5323-4CEF-4BF7-826F-A64B4BFB2C18}" type="datetimeFigureOut">
              <a:rPr lang="zh-SG" altLang="en-US" smtClean="0"/>
              <a:t>21/4/2026</a:t>
            </a:fld>
            <a:endParaRPr lang="zh-SG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FA61F49-30C7-FBF8-719E-80A085B94D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SG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C77F586-94B5-A62B-0283-D20AE3500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EE778-2088-4D05-BE30-78F9F069A3F0}" type="slidenum">
              <a:rPr lang="zh-SG" altLang="en-US" smtClean="0"/>
              <a:t>‹#›</a:t>
            </a:fld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25496734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040601-D0D9-918E-636B-C4D404B979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SG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F6C14FC-159F-B3E4-0BCC-72544B3E0F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SG" altLang="en-US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C846D0C-689D-D006-17FB-5A6970DA19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SG" altLang="en-US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38F58DC-9470-31C4-2702-38872A2A1D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E5323-4CEF-4BF7-826F-A64B4BFB2C18}" type="datetimeFigureOut">
              <a:rPr lang="zh-SG" altLang="en-US" smtClean="0"/>
              <a:t>21/4/2026</a:t>
            </a:fld>
            <a:endParaRPr lang="zh-SG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5714DD7-7124-305B-AA74-9671E15C4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SG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6169F2F-38AD-9C9E-3959-31924DE12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EE778-2088-4D05-BE30-78F9F069A3F0}" type="slidenum">
              <a:rPr lang="zh-SG" altLang="en-US" smtClean="0"/>
              <a:t>‹#›</a:t>
            </a:fld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42265062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514B7D-77D2-3DC1-0D1C-AAAF8957D3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SG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C911ABE-2AA3-C80E-635C-F429BD57A7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3C9F8B1-1479-5CC7-3901-E504927151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SG" altLang="en-US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CE857A8-7410-7FD8-144B-998616BE30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801D47A-05B6-E12D-3E54-7A908ED478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SG" altLang="en-US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5988822-9D69-408E-2B10-A4590C15FA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E5323-4CEF-4BF7-826F-A64B4BFB2C18}" type="datetimeFigureOut">
              <a:rPr lang="zh-SG" altLang="en-US" smtClean="0"/>
              <a:t>21/4/2026</a:t>
            </a:fld>
            <a:endParaRPr lang="zh-SG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548DE97-9B2F-7816-99F8-FD847E3DF3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SG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4ABDDA1-2081-1ECF-D740-26087BA82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EE778-2088-4D05-BE30-78F9F069A3F0}" type="slidenum">
              <a:rPr lang="zh-SG" altLang="en-US" smtClean="0"/>
              <a:t>‹#›</a:t>
            </a:fld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42349716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E8CC9A-FA1F-7A1F-33AA-B737B2EFF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SG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014B579-AE3D-873E-1C5D-289D370B8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E5323-4CEF-4BF7-826F-A64B4BFB2C18}" type="datetimeFigureOut">
              <a:rPr lang="zh-SG" altLang="en-US" smtClean="0"/>
              <a:t>21/4/2026</a:t>
            </a:fld>
            <a:endParaRPr lang="zh-SG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AFFA7F0-BF27-9228-21C2-C5A880A87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SG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DDB8E0C-F440-F281-039C-99F0CC4A1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EE778-2088-4D05-BE30-78F9F069A3F0}" type="slidenum">
              <a:rPr lang="zh-SG" altLang="en-US" smtClean="0"/>
              <a:t>‹#›</a:t>
            </a:fld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6618867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C02E284-6DA4-76B5-82FF-877D4FE746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E5323-4CEF-4BF7-826F-A64B4BFB2C18}" type="datetimeFigureOut">
              <a:rPr lang="zh-SG" altLang="en-US" smtClean="0"/>
              <a:t>21/4/2026</a:t>
            </a:fld>
            <a:endParaRPr lang="zh-SG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1378071-6716-EEE3-2FC1-2EB737BB89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SG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8C15AB6-6D3A-38EA-C2D7-B18DAEEDD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EE778-2088-4D05-BE30-78F9F069A3F0}" type="slidenum">
              <a:rPr lang="zh-SG" altLang="en-US" smtClean="0"/>
              <a:t>‹#›</a:t>
            </a:fld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914842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E48784-756E-63BB-9543-F0BEA8A288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SG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7EFCCB7-0C24-0819-5E94-AF2197AA27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SG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36C6B01-DF65-F40B-A5A7-E887BD4090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F95E4EB-52F6-78B3-99EA-8A86AA5960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E5323-4CEF-4BF7-826F-A64B4BFB2C18}" type="datetimeFigureOut">
              <a:rPr lang="zh-SG" altLang="en-US" smtClean="0"/>
              <a:t>21/4/2026</a:t>
            </a:fld>
            <a:endParaRPr lang="zh-SG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EC5CE1-12C3-0B49-921B-AF11C935D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SG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874EBC5-BD07-0880-41B7-FA4C709EC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EE778-2088-4D05-BE30-78F9F069A3F0}" type="slidenum">
              <a:rPr lang="zh-SG" altLang="en-US" smtClean="0"/>
              <a:t>‹#›</a:t>
            </a:fld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7150635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22B083-835C-DE5F-08DD-D11DA2829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SG" altLang="en-US"/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65339B0-C64E-CF0E-008F-EF90FB85FA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SG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8EC744B-1940-D76A-D096-C11861778A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6BB9486-5FBB-059A-D3C4-1956B483D4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E5323-4CEF-4BF7-826F-A64B4BFB2C18}" type="datetimeFigureOut">
              <a:rPr lang="zh-SG" altLang="en-US" smtClean="0"/>
              <a:t>21/4/2026</a:t>
            </a:fld>
            <a:endParaRPr lang="zh-SG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1F7689D-28FF-8E0E-FFA6-FE55E3CD1F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SG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6B71269-94D4-A2D7-E716-2FA1EA2715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EE778-2088-4D05-BE30-78F9F069A3F0}" type="slidenum">
              <a:rPr lang="zh-SG" altLang="en-US" smtClean="0"/>
              <a:t>‹#›</a:t>
            </a:fld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32390336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5B2AED-2023-CC9B-340F-559956A8D5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SG" altLang="en-US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D540BAD-7269-5962-798A-B983867834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SG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A5E2DDC-D3BD-2BBA-475D-E7B5BE63A5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E5323-4CEF-4BF7-826F-A64B4BFB2C18}" type="datetimeFigureOut">
              <a:rPr lang="zh-SG" altLang="en-US" smtClean="0"/>
              <a:t>21/4/2026</a:t>
            </a:fld>
            <a:endParaRPr lang="zh-SG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E80B523-A2E0-7D62-9C07-2525850D93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SG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35E58B1-E593-06FC-4CA7-326C3B6564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EE778-2088-4D05-BE30-78F9F069A3F0}" type="slidenum">
              <a:rPr lang="zh-SG" altLang="en-US" smtClean="0"/>
              <a:t>‹#›</a:t>
            </a:fld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603159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7FDF785-8743-85C0-31D9-7B158FFDB2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SG" altLang="en-US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BDC83C1-56A6-3F03-2B89-244CD98C46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SG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366FCE9-35E8-17DC-E93D-DC18AB2F7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E5323-4CEF-4BF7-826F-A64B4BFB2C18}" type="datetimeFigureOut">
              <a:rPr lang="zh-SG" altLang="en-US" smtClean="0"/>
              <a:t>21/4/2026</a:t>
            </a:fld>
            <a:endParaRPr lang="zh-SG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CA38EA7-FC9B-AD26-09D1-78B655538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SG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884697C-8126-33FD-3FD6-552580A5B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EE778-2088-4D05-BE30-78F9F069A3F0}" type="slidenum">
              <a:rPr lang="zh-SG" altLang="en-US" smtClean="0"/>
              <a:t>‹#›</a:t>
            </a:fld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4525552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DC64F88-9FAB-F935-32E9-C22729F66D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SG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C7F0274-C6C2-3958-58DF-16A6C561C0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SG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3889B45-5BA5-D715-61AC-974E9CC25C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0E5323-4CEF-4BF7-826F-A64B4BFB2C18}" type="datetimeFigureOut">
              <a:rPr lang="zh-SG" altLang="en-US" smtClean="0"/>
              <a:t>21/4/2026</a:t>
            </a:fld>
            <a:endParaRPr lang="zh-SG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24D88CC-AE83-5276-ED27-B835F21FB5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SG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567C2BE-C4D9-8520-D57B-CC4A7E7765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8EE778-2088-4D05-BE30-78F9F069A3F0}" type="slidenum">
              <a:rPr lang="zh-SG" altLang="en-US" smtClean="0"/>
              <a:t>‹#›</a:t>
            </a:fld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36619584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S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customXml" Target="../ink/ink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BA4CD598-8591-F54E-2383-02FA7A23CA25}"/>
              </a:ext>
            </a:extLst>
          </p:cNvPr>
          <p:cNvSpPr txBox="1"/>
          <p:nvPr/>
        </p:nvSpPr>
        <p:spPr>
          <a:xfrm>
            <a:off x="7459234" y="5207139"/>
            <a:ext cx="5004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SG" dirty="0">
                <a:solidFill>
                  <a:schemeClr val="accent6">
                    <a:lumMod val="60000"/>
                    <a:lumOff val="40000"/>
                    <a:alpha val="0"/>
                  </a:schemeClr>
                </a:solidFill>
                <a:latin typeface="Umamichi nanjing metro" panose="02000503000000000000" pitchFamily="2" charset="0"/>
              </a:rPr>
              <a:t>2</a:t>
            </a:r>
            <a:r>
              <a:rPr lang="en-US" altLang="zh-SG" dirty="0">
                <a:solidFill>
                  <a:schemeClr val="accent4">
                    <a:lumMod val="40000"/>
                    <a:lumOff val="60000"/>
                    <a:alpha val="0"/>
                  </a:schemeClr>
                </a:solidFill>
                <a:latin typeface="Umamichi nanjing metro" panose="02000503000000000000" pitchFamily="2" charset="0"/>
              </a:rPr>
              <a:t>9</a:t>
            </a:r>
          </a:p>
          <a:p>
            <a:r>
              <a:rPr lang="en-US" altLang="zh-SG" dirty="0">
                <a:solidFill>
                  <a:srgbClr val="FF3399">
                    <a:alpha val="0"/>
                  </a:srgbClr>
                </a:solidFill>
                <a:latin typeface="Umamichi nanjing metro" panose="02000503000000000000" pitchFamily="2" charset="0"/>
              </a:rPr>
              <a:t>6</a:t>
            </a:r>
            <a:r>
              <a:rPr lang="en-US" altLang="zh-SG" dirty="0">
                <a:solidFill>
                  <a:srgbClr val="7030A0">
                    <a:alpha val="0"/>
                  </a:srgbClr>
                </a:solidFill>
                <a:latin typeface="Umamichi nanjing metro" panose="02000503000000000000" pitchFamily="2" charset="0"/>
              </a:rPr>
              <a:t>4</a:t>
            </a:r>
            <a:endParaRPr lang="zh-SG" altLang="en-US" dirty="0">
              <a:solidFill>
                <a:srgbClr val="7030A0">
                  <a:alpha val="0"/>
                </a:srgbClr>
              </a:solidFill>
              <a:latin typeface="Umamichi nanjing metro" panose="02000503000000000000" pitchFamily="2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3ACCC07-42B7-0F24-E1BC-665EF0EFC0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69542"/>
            <a:ext cx="12382500" cy="2724150"/>
          </a:xfrm>
          <a:prstGeom prst="rect">
            <a:avLst/>
          </a:prstGeom>
        </p:spPr>
      </p:pic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4A74695D-9E43-6090-BC4D-C8D35591E156}"/>
              </a:ext>
            </a:extLst>
          </p:cNvPr>
          <p:cNvSpPr/>
          <p:nvPr/>
        </p:nvSpPr>
        <p:spPr>
          <a:xfrm flipV="1">
            <a:off x="3412331" y="4623515"/>
            <a:ext cx="1910953" cy="1405829"/>
          </a:xfrm>
          <a:custGeom>
            <a:avLst/>
            <a:gdLst>
              <a:gd name="csX0" fmla="*/ 738883 w 1910953"/>
              <a:gd name="csY0" fmla="*/ 1405829 h 1405829"/>
              <a:gd name="csX1" fmla="*/ 1218010 w 1910953"/>
              <a:gd name="csY1" fmla="*/ 1405829 h 1405829"/>
              <a:gd name="csX2" fmla="*/ 662800 w 1910953"/>
              <a:gd name="csY2" fmla="*/ 877646 h 1405829"/>
              <a:gd name="csX3" fmla="*/ 1910953 w 1910953"/>
              <a:gd name="csY3" fmla="*/ 877646 h 1405829"/>
              <a:gd name="csX4" fmla="*/ 1910953 w 1910953"/>
              <a:gd name="csY4" fmla="*/ 528183 h 1405829"/>
              <a:gd name="csX5" fmla="*/ 662800 w 1910953"/>
              <a:gd name="csY5" fmla="*/ 528183 h 1405829"/>
              <a:gd name="csX6" fmla="*/ 1218010 w 1910953"/>
              <a:gd name="csY6" fmla="*/ 0 h 1405829"/>
              <a:gd name="csX7" fmla="*/ 738884 w 1910953"/>
              <a:gd name="csY7" fmla="*/ 0 h 1405829"/>
              <a:gd name="csX8" fmla="*/ 2 w 1910953"/>
              <a:gd name="csY8" fmla="*/ 702914 h 1405829"/>
              <a:gd name="csX9" fmla="*/ 0 w 1910953"/>
              <a:gd name="csY9" fmla="*/ 702914 h 1405829"/>
              <a:gd name="csX10" fmla="*/ 1 w 1910953"/>
              <a:gd name="csY10" fmla="*/ 702915 h 1405829"/>
              <a:gd name="csX11" fmla="*/ 0 w 1910953"/>
              <a:gd name="csY11" fmla="*/ 702916 h 1405829"/>
              <a:gd name="csX12" fmla="*/ 2 w 1910953"/>
              <a:gd name="csY12" fmla="*/ 702916 h 14058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910953" h="1405829">
                <a:moveTo>
                  <a:pt x="738883" y="1405829"/>
                </a:moveTo>
                <a:lnTo>
                  <a:pt x="1218010" y="1405829"/>
                </a:lnTo>
                <a:lnTo>
                  <a:pt x="662800" y="877646"/>
                </a:lnTo>
                <a:lnTo>
                  <a:pt x="1910953" y="877646"/>
                </a:lnTo>
                <a:lnTo>
                  <a:pt x="1910953" y="528183"/>
                </a:lnTo>
                <a:lnTo>
                  <a:pt x="662800" y="528183"/>
                </a:lnTo>
                <a:lnTo>
                  <a:pt x="1218010" y="0"/>
                </a:lnTo>
                <a:lnTo>
                  <a:pt x="738884" y="0"/>
                </a:lnTo>
                <a:lnTo>
                  <a:pt x="2" y="702914"/>
                </a:lnTo>
                <a:lnTo>
                  <a:pt x="0" y="702914"/>
                </a:lnTo>
                <a:lnTo>
                  <a:pt x="1" y="702915"/>
                </a:lnTo>
                <a:lnTo>
                  <a:pt x="0" y="702916"/>
                </a:lnTo>
                <a:lnTo>
                  <a:pt x="2" y="702916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SG" altLang="en-US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048E0F8B-26B7-EE89-45D8-581F4CABC0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9786" y="22158"/>
            <a:ext cx="2779048" cy="378470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6" name="墨迹 15">
                <a:extLst>
                  <a:ext uri="{FF2B5EF4-FFF2-40B4-BE49-F238E27FC236}">
                    <a16:creationId xmlns:a16="http://schemas.microsoft.com/office/drawing/2014/main" id="{7206EE32-C67F-DE6A-EF0D-807FB4F08232}"/>
                  </a:ext>
                </a:extLst>
              </p14:cNvPr>
              <p14:cNvContentPartPr/>
              <p14:nvPr/>
            </p14:nvContentPartPr>
            <p14:xfrm>
              <a:off x="4686232" y="1626907"/>
              <a:ext cx="1577880" cy="1291680"/>
            </p14:xfrm>
          </p:contentPart>
        </mc:Choice>
        <mc:Fallback xmlns="">
          <p:pic>
            <p:nvPicPr>
              <p:cNvPr id="16" name="墨迹 15">
                <a:extLst>
                  <a:ext uri="{FF2B5EF4-FFF2-40B4-BE49-F238E27FC236}">
                    <a16:creationId xmlns:a16="http://schemas.microsoft.com/office/drawing/2014/main" id="{7206EE32-C67F-DE6A-EF0D-807FB4F0823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680112" y="1620787"/>
                <a:ext cx="1590120" cy="1303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008370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3</Words>
  <Application>Microsoft Office PowerPoint</Application>
  <PresentationFormat>宽屏</PresentationFormat>
  <Paragraphs>3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Umamichi nanjing metro</vt:lpstr>
      <vt:lpstr>Aptos Display</vt:lpstr>
      <vt:lpstr>Arial</vt:lpstr>
      <vt:lpstr>Aptos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Umamichi Kagurazaka</dc:creator>
  <cp:lastModifiedBy>Umamichi Kagurazaka</cp:lastModifiedBy>
  <cp:revision>10</cp:revision>
  <dcterms:created xsi:type="dcterms:W3CDTF">2026-04-20T19:34:07Z</dcterms:created>
  <dcterms:modified xsi:type="dcterms:W3CDTF">2026-04-20T20:31:50Z</dcterms:modified>
</cp:coreProperties>
</file>