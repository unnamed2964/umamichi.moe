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71" d="100"/>
          <a:sy n="71" d="100"/>
        </p:scale>
        <p:origin x="99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21999-10F6-4C3F-B901-34008DDBD7B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281C-1B2B-43E2-842A-91F370760C5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370163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SG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281C-1B2B-43E2-842A-91F370760C58}" type="slidenum">
              <a:rPr lang="zh-SG" altLang="en-US" smtClean="0"/>
              <a:t>1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10524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4E8F7-21C0-1DC2-418B-96D9A9B42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C2C31C-C2CC-A87D-C7C2-DCC6CBAE6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691576-AC7A-DB83-9F41-8B6EF4C2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280ED-A0AD-971F-62D1-5B773753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82361-C0D1-42EE-DD0A-AEAD7C35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4133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A7D3A-55AA-BEFD-8E43-2BD2C897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C24ED3-3359-7A84-A14A-1F2A3B874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C0293B-8F77-7682-ACA6-50AE66A6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D32CF-1DA7-5B58-263A-817A8DE9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4E162-834C-E7DA-D28F-B9E3E0AA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5675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5D20D-E481-7422-50E4-5DEC9CB90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D3148C-FCDA-647F-7050-DE2632EFC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4BD65-988C-AD38-8C9F-829B029F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23B2E-F936-1BA2-26C2-265BE634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454847-4C50-C134-F5F6-CDBF8CD7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5071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D480E-2EC9-F68A-C6B5-B63D3BCD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551BB-674E-3DD2-F027-7AD69F574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0FCB42-6FD2-FA32-3E59-0CA36A663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21ED4A-ACF7-272C-B676-E5B19E0E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6D9548-B7EC-F2FC-3E6B-90E9599A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1E980B-F374-67B9-BA02-CB771412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2880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C5FBC-65B0-C017-4181-D7DE6EFFF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BE0AF7-4E5C-E21D-AD81-00031F722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BBB0B7-84A6-40F4-9E14-CA71447F2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82E5A4-9D3D-1A6D-7EE0-843B9A5D8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70959C-EF65-935F-97CD-9415B0412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2A5270-52D9-0F96-5BF8-B814AF2A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C7AD02-B6C9-EA0F-9ECE-1F975147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E506C7-368D-570B-20F7-A65048CB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0839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18B66-76F0-9F26-E6A9-AA713821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15B843-C795-40B3-8350-9BA26825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3BB35A-0209-2352-2E56-4E8A39F6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E176C4-C262-1114-2622-7CA802C7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72814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20AE42-1DE5-1EC0-EB4F-5D064CE77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9C894D-6D77-2FDC-4CD3-B9AF8766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E20E23-4988-23BB-EC49-A1723390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17741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4DBD5-7283-E101-03D0-234711DC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49C471-6C5F-EFDE-5378-9C5943306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31DE96-1B93-594A-B568-2ECE8888F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7287B9-B0F2-7FB0-1474-4B78DB4F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F6C035-A588-584D-5960-113C5733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D4CEDE-3417-7E04-1ED1-D39B2218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0011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8E728-4159-DC51-EE98-A7B71FD4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1BC9C1-6A12-7385-52A8-3EF6B1302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1316E0-671E-9A66-82BF-835F8F5F2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6723B5-5E90-8B19-769D-F4084E59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892BA1-F805-A939-F41C-C565866E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42C5B-240E-A665-4584-01D2E258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05839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FB07E-7307-7C42-6BC3-CA281E84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963418-1F49-AA5F-0A49-57DE2F459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048D64-639E-F84B-0000-17A1D1AD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2350A-7839-C7E2-E06E-F57C4F55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CE5FC7-A2FC-3980-E69B-933F1DE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17308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F014F0-B05D-F982-7B77-25BF59DBF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578CDE-B993-9243-D898-01889CB33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B8257-381C-1288-E841-92CF541F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591B7B-DA76-BE2E-1EA0-1D1A47E0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6A8A5C-15CB-A6E0-A216-0CEB294F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437191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3C181D-2299-BED6-05A5-194A9E8C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42555-D61E-A858-4E1F-CE4B3E4C5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AD114-17A4-B711-4469-1F5E863D3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49AEE-6ADA-4BCA-A508-C3DCD4780D54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30F0A-A3FB-4F3E-56F2-E245D984E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0B797-DA89-E22D-CDA0-CA6932583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DE724-6BB1-49AE-8A59-48DFA6D7769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3050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84C5E0C-882F-205D-BC65-3FA3B5332919}"/>
              </a:ext>
            </a:extLst>
          </p:cNvPr>
          <p:cNvSpPr txBox="1"/>
          <p:nvPr/>
        </p:nvSpPr>
        <p:spPr>
          <a:xfrm>
            <a:off x="8875369" y="4467488"/>
            <a:ext cx="257089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浅蓝色来自 </a:t>
            </a:r>
            <a:r>
              <a:rPr lang="en-US" altLang="zh-CN" dirty="0" err="1"/>
              <a:t>stations.svg</a:t>
            </a:r>
            <a:endParaRPr lang="zh-SG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5DFF87-BADB-743C-F104-08BC10ECC2B3}"/>
              </a:ext>
            </a:extLst>
          </p:cNvPr>
          <p:cNvSpPr txBox="1"/>
          <p:nvPr/>
        </p:nvSpPr>
        <p:spPr>
          <a:xfrm>
            <a:off x="8875369" y="5111772"/>
            <a:ext cx="208262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浅绿色为本次新制</a:t>
            </a:r>
            <a:endParaRPr lang="zh-SG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308C33B-4F4C-04AB-ACE0-3A7B0E8F1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594" y="-1192"/>
            <a:ext cx="3989210" cy="5318946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7C43300E-4F64-78D4-C549-30E8A6280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92"/>
            <a:ext cx="4232594" cy="5643459"/>
          </a:xfrm>
          <a:prstGeom prst="rect">
            <a:avLst/>
          </a:prstGeom>
        </p:spPr>
      </p:pic>
      <p:sp>
        <p:nvSpPr>
          <p:cNvPr id="83" name="矩形 82">
            <a:extLst>
              <a:ext uri="{FF2B5EF4-FFF2-40B4-BE49-F238E27FC236}">
                <a16:creationId xmlns:a16="http://schemas.microsoft.com/office/drawing/2014/main" id="{DA53726A-C055-5B4A-4E51-F75F8E3196D3}"/>
              </a:ext>
            </a:extLst>
          </p:cNvPr>
          <p:cNvSpPr/>
          <p:nvPr/>
        </p:nvSpPr>
        <p:spPr>
          <a:xfrm>
            <a:off x="557446" y="494543"/>
            <a:ext cx="475575" cy="6257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31696D52-8ACC-5C52-2333-6243A3DBE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804" y="-1192"/>
            <a:ext cx="2680002" cy="3573335"/>
          </a:xfrm>
          <a:prstGeom prst="rect">
            <a:avLst/>
          </a:prstGeom>
        </p:spPr>
      </p:pic>
      <p:sp>
        <p:nvSpPr>
          <p:cNvPr id="85" name="矩形 84">
            <a:extLst>
              <a:ext uri="{FF2B5EF4-FFF2-40B4-BE49-F238E27FC236}">
                <a16:creationId xmlns:a16="http://schemas.microsoft.com/office/drawing/2014/main" id="{518C4B0F-354B-B895-CC23-5D7CFA4A102F}"/>
              </a:ext>
            </a:extLst>
          </p:cNvPr>
          <p:cNvSpPr/>
          <p:nvPr/>
        </p:nvSpPr>
        <p:spPr>
          <a:xfrm>
            <a:off x="574663" y="3553252"/>
            <a:ext cx="475575" cy="6257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9F508A4-5B25-7CDD-2DB1-099FCE7315E2}"/>
              </a:ext>
            </a:extLst>
          </p:cNvPr>
          <p:cNvGrpSpPr/>
          <p:nvPr/>
        </p:nvGrpSpPr>
        <p:grpSpPr>
          <a:xfrm>
            <a:off x="574664" y="672881"/>
            <a:ext cx="869892" cy="304800"/>
            <a:chOff x="574664" y="672881"/>
            <a:chExt cx="869892" cy="304800"/>
          </a:xfrm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F55042DF-3BEC-44E1-FD9E-5829AF74D8CA}"/>
                </a:ext>
              </a:extLst>
            </p:cNvPr>
            <p:cNvSpPr/>
            <p:nvPr/>
          </p:nvSpPr>
          <p:spPr>
            <a:xfrm rot="5400000">
              <a:off x="655627" y="591918"/>
              <a:ext cx="304800" cy="466725"/>
            </a:xfrm>
            <a:custGeom>
              <a:avLst/>
              <a:gdLst>
                <a:gd name="csX0" fmla="*/ 152400 w 304800"/>
                <a:gd name="csY0" fmla="*/ 466725 h 466725"/>
                <a:gd name="csX1" fmla="*/ 0 w 304800"/>
                <a:gd name="csY1" fmla="*/ 314325 h 466725"/>
                <a:gd name="csX2" fmla="*/ 0 w 304800"/>
                <a:gd name="csY2" fmla="*/ 152400 h 466725"/>
                <a:gd name="csX3" fmla="*/ 152400 w 304800"/>
                <a:gd name="csY3" fmla="*/ 0 h 466725"/>
                <a:gd name="csX4" fmla="*/ 152400 w 304800"/>
                <a:gd name="csY4" fmla="*/ 0 h 466725"/>
                <a:gd name="csX5" fmla="*/ 304800 w 304800"/>
                <a:gd name="csY5" fmla="*/ 152400 h 466725"/>
                <a:gd name="csX6" fmla="*/ 304800 w 304800"/>
                <a:gd name="csY6" fmla="*/ 314325 h 466725"/>
                <a:gd name="csX7" fmla="*/ 152400 w 304800"/>
                <a:gd name="csY7" fmla="*/ 466725 h 466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4800" h="466725">
                  <a:moveTo>
                    <a:pt x="152400" y="466725"/>
                  </a:moveTo>
                  <a:cubicBezTo>
                    <a:pt x="66675" y="466725"/>
                    <a:pt x="0" y="400050"/>
                    <a:pt x="0" y="314325"/>
                  </a:cubicBezTo>
                  <a:lnTo>
                    <a:pt x="0" y="152400"/>
                  </a:lnTo>
                  <a:cubicBezTo>
                    <a:pt x="0" y="66675"/>
                    <a:pt x="66675" y="0"/>
                    <a:pt x="152400" y="0"/>
                  </a:cubicBezTo>
                  <a:lnTo>
                    <a:pt x="152400" y="0"/>
                  </a:lnTo>
                  <a:cubicBezTo>
                    <a:pt x="238125" y="0"/>
                    <a:pt x="304800" y="66675"/>
                    <a:pt x="304800" y="152400"/>
                  </a:cubicBezTo>
                  <a:lnTo>
                    <a:pt x="304800" y="314325"/>
                  </a:lnTo>
                  <a:cubicBezTo>
                    <a:pt x="304800" y="400050"/>
                    <a:pt x="238125" y="466725"/>
                    <a:pt x="152400" y="466725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726CAE82-F946-49E3-4141-A32030DADD9B}"/>
                </a:ext>
              </a:extLst>
            </p:cNvPr>
            <p:cNvSpPr/>
            <p:nvPr/>
          </p:nvSpPr>
          <p:spPr>
            <a:xfrm rot="5400000">
              <a:off x="1153027" y="679515"/>
              <a:ext cx="291529" cy="291529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FACD1D4-3102-5A11-D0A2-00383E5EC4D8}"/>
              </a:ext>
            </a:extLst>
          </p:cNvPr>
          <p:cNvSpPr/>
          <p:nvPr/>
        </p:nvSpPr>
        <p:spPr>
          <a:xfrm rot="16200000">
            <a:off x="857483" y="3424775"/>
            <a:ext cx="381000" cy="885825"/>
          </a:xfrm>
          <a:custGeom>
            <a:avLst/>
            <a:gdLst>
              <a:gd name="csX0" fmla="*/ 190500 w 381000"/>
              <a:gd name="csY0" fmla="*/ 885825 h 885825"/>
              <a:gd name="csX1" fmla="*/ 0 w 381000"/>
              <a:gd name="csY1" fmla="*/ 695325 h 885825"/>
              <a:gd name="csX2" fmla="*/ 0 w 381000"/>
              <a:gd name="csY2" fmla="*/ 190500 h 885825"/>
              <a:gd name="csX3" fmla="*/ 190500 w 381000"/>
              <a:gd name="csY3" fmla="*/ 0 h 885825"/>
              <a:gd name="csX4" fmla="*/ 190500 w 381000"/>
              <a:gd name="csY4" fmla="*/ 0 h 885825"/>
              <a:gd name="csX5" fmla="*/ 381000 w 381000"/>
              <a:gd name="csY5" fmla="*/ 190500 h 885825"/>
              <a:gd name="csX6" fmla="*/ 381000 w 381000"/>
              <a:gd name="csY6" fmla="*/ 695325 h 885825"/>
              <a:gd name="csX7" fmla="*/ 190500 w 381000"/>
              <a:gd name="csY7" fmla="*/ 885825 h 885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1000" h="885825">
                <a:moveTo>
                  <a:pt x="190500" y="885825"/>
                </a:moveTo>
                <a:cubicBezTo>
                  <a:pt x="85725" y="885825"/>
                  <a:pt x="0" y="800100"/>
                  <a:pt x="0" y="695325"/>
                </a:cubicBezTo>
                <a:lnTo>
                  <a:pt x="0" y="190500"/>
                </a:lnTo>
                <a:cubicBezTo>
                  <a:pt x="0" y="85725"/>
                  <a:pt x="85725" y="0"/>
                  <a:pt x="190500" y="0"/>
                </a:cubicBezTo>
                <a:lnTo>
                  <a:pt x="190500" y="0"/>
                </a:lnTo>
                <a:cubicBezTo>
                  <a:pt x="295275" y="0"/>
                  <a:pt x="381000" y="85725"/>
                  <a:pt x="381000" y="190500"/>
                </a:cubicBezTo>
                <a:lnTo>
                  <a:pt x="381000" y="695325"/>
                </a:lnTo>
                <a:cubicBezTo>
                  <a:pt x="381000" y="800100"/>
                  <a:pt x="295275" y="885825"/>
                  <a:pt x="190500" y="885825"/>
                </a:cubicBezTo>
                <a:close/>
              </a:path>
            </a:pathLst>
          </a:custGeom>
          <a:solidFill>
            <a:srgbClr val="FFFFFF"/>
          </a:solidFill>
          <a:ln w="66675" cap="flat">
            <a:solidFill>
              <a:srgbClr val="61CBF4"/>
            </a:solidFill>
            <a:prstDash val="solid"/>
            <a:miter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C3AB943-FA08-FE87-AAEC-9E533DEF0DB8}"/>
              </a:ext>
            </a:extLst>
          </p:cNvPr>
          <p:cNvSpPr/>
          <p:nvPr/>
        </p:nvSpPr>
        <p:spPr>
          <a:xfrm>
            <a:off x="557446" y="2530715"/>
            <a:ext cx="475575" cy="6257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E51D641B-6EE5-D895-0CA8-78F29A24EAEE}"/>
              </a:ext>
            </a:extLst>
          </p:cNvPr>
          <p:cNvSpPr/>
          <p:nvPr/>
        </p:nvSpPr>
        <p:spPr>
          <a:xfrm rot="16200000">
            <a:off x="828909" y="2376486"/>
            <a:ext cx="409575" cy="952500"/>
          </a:xfrm>
          <a:custGeom>
            <a:avLst/>
            <a:gdLst>
              <a:gd name="csX0" fmla="*/ 0 w 409575"/>
              <a:gd name="csY0" fmla="*/ 0 h 952500"/>
              <a:gd name="csX1" fmla="*/ 409575 w 409575"/>
              <a:gd name="csY1" fmla="*/ 0 h 952500"/>
              <a:gd name="csX2" fmla="*/ 409575 w 409575"/>
              <a:gd name="csY2" fmla="*/ 952500 h 952500"/>
              <a:gd name="csX3" fmla="*/ 0 w 409575"/>
              <a:gd name="csY3" fmla="*/ 95250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9575" h="952500">
                <a:moveTo>
                  <a:pt x="0" y="0"/>
                </a:moveTo>
                <a:lnTo>
                  <a:pt x="409575" y="0"/>
                </a:lnTo>
                <a:lnTo>
                  <a:pt x="409575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61CBF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19675808-F259-061B-2FC0-7BD3EB245F0E}"/>
              </a:ext>
            </a:extLst>
          </p:cNvPr>
          <p:cNvSpPr/>
          <p:nvPr/>
        </p:nvSpPr>
        <p:spPr>
          <a:xfrm rot="16200000">
            <a:off x="4999811" y="2139973"/>
            <a:ext cx="381000" cy="885825"/>
          </a:xfrm>
          <a:custGeom>
            <a:avLst/>
            <a:gdLst>
              <a:gd name="csX0" fmla="*/ 190500 w 381000"/>
              <a:gd name="csY0" fmla="*/ 885825 h 885825"/>
              <a:gd name="csX1" fmla="*/ 0 w 381000"/>
              <a:gd name="csY1" fmla="*/ 695325 h 885825"/>
              <a:gd name="csX2" fmla="*/ 0 w 381000"/>
              <a:gd name="csY2" fmla="*/ 190500 h 885825"/>
              <a:gd name="csX3" fmla="*/ 190500 w 381000"/>
              <a:gd name="csY3" fmla="*/ 0 h 885825"/>
              <a:gd name="csX4" fmla="*/ 190500 w 381000"/>
              <a:gd name="csY4" fmla="*/ 0 h 885825"/>
              <a:gd name="csX5" fmla="*/ 381000 w 381000"/>
              <a:gd name="csY5" fmla="*/ 190500 h 885825"/>
              <a:gd name="csX6" fmla="*/ 381000 w 381000"/>
              <a:gd name="csY6" fmla="*/ 695325 h 885825"/>
              <a:gd name="csX7" fmla="*/ 190500 w 381000"/>
              <a:gd name="csY7" fmla="*/ 885825 h 885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1000" h="885825">
                <a:moveTo>
                  <a:pt x="190500" y="885825"/>
                </a:moveTo>
                <a:cubicBezTo>
                  <a:pt x="85725" y="885825"/>
                  <a:pt x="0" y="800100"/>
                  <a:pt x="0" y="695325"/>
                </a:cubicBezTo>
                <a:lnTo>
                  <a:pt x="0" y="190500"/>
                </a:lnTo>
                <a:cubicBezTo>
                  <a:pt x="0" y="85725"/>
                  <a:pt x="85725" y="0"/>
                  <a:pt x="190500" y="0"/>
                </a:cubicBezTo>
                <a:lnTo>
                  <a:pt x="190500" y="0"/>
                </a:lnTo>
                <a:cubicBezTo>
                  <a:pt x="295275" y="0"/>
                  <a:pt x="381000" y="85725"/>
                  <a:pt x="381000" y="190500"/>
                </a:cubicBezTo>
                <a:lnTo>
                  <a:pt x="381000" y="695325"/>
                </a:lnTo>
                <a:cubicBezTo>
                  <a:pt x="381000" y="800100"/>
                  <a:pt x="295275" y="885825"/>
                  <a:pt x="190500" y="885825"/>
                </a:cubicBezTo>
                <a:close/>
              </a:path>
            </a:pathLst>
          </a:custGeom>
          <a:solidFill>
            <a:srgbClr val="FFFFFF"/>
          </a:solidFill>
          <a:ln w="66675" cap="flat">
            <a:solidFill>
              <a:srgbClr val="61CBF4"/>
            </a:solidFill>
            <a:prstDash val="solid"/>
            <a:miter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74144894-29DD-9889-E639-92FB55029291}"/>
              </a:ext>
            </a:extLst>
          </p:cNvPr>
          <p:cNvSpPr/>
          <p:nvPr/>
        </p:nvSpPr>
        <p:spPr>
          <a:xfrm rot="16200000">
            <a:off x="4979107" y="-11358"/>
            <a:ext cx="409575" cy="952500"/>
          </a:xfrm>
          <a:custGeom>
            <a:avLst/>
            <a:gdLst>
              <a:gd name="csX0" fmla="*/ 0 w 409575"/>
              <a:gd name="csY0" fmla="*/ 0 h 952500"/>
              <a:gd name="csX1" fmla="*/ 409575 w 409575"/>
              <a:gd name="csY1" fmla="*/ 0 h 952500"/>
              <a:gd name="csX2" fmla="*/ 409575 w 409575"/>
              <a:gd name="csY2" fmla="*/ 952500 h 952500"/>
              <a:gd name="csX3" fmla="*/ 0 w 409575"/>
              <a:gd name="csY3" fmla="*/ 95250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9575" h="952500">
                <a:moveTo>
                  <a:pt x="0" y="0"/>
                </a:moveTo>
                <a:lnTo>
                  <a:pt x="409575" y="0"/>
                </a:lnTo>
                <a:lnTo>
                  <a:pt x="409575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61CBF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481DF4E-F375-92C1-1F4B-E165FDCE576D}"/>
              </a:ext>
            </a:extLst>
          </p:cNvPr>
          <p:cNvSpPr/>
          <p:nvPr/>
        </p:nvSpPr>
        <p:spPr>
          <a:xfrm rot="16200000">
            <a:off x="9124184" y="267085"/>
            <a:ext cx="409575" cy="952500"/>
          </a:xfrm>
          <a:custGeom>
            <a:avLst/>
            <a:gdLst>
              <a:gd name="csX0" fmla="*/ 0 w 409575"/>
              <a:gd name="csY0" fmla="*/ 0 h 952500"/>
              <a:gd name="csX1" fmla="*/ 409575 w 409575"/>
              <a:gd name="csY1" fmla="*/ 0 h 952500"/>
              <a:gd name="csX2" fmla="*/ 409575 w 409575"/>
              <a:gd name="csY2" fmla="*/ 952500 h 952500"/>
              <a:gd name="csX3" fmla="*/ 0 w 409575"/>
              <a:gd name="csY3" fmla="*/ 95250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9575" h="952500">
                <a:moveTo>
                  <a:pt x="0" y="0"/>
                </a:moveTo>
                <a:lnTo>
                  <a:pt x="409575" y="0"/>
                </a:lnTo>
                <a:lnTo>
                  <a:pt x="409575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61CBF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SG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0ECA5D1-551D-2FD8-B90D-DAE80E2CA393}"/>
              </a:ext>
            </a:extLst>
          </p:cNvPr>
          <p:cNvGrpSpPr/>
          <p:nvPr/>
        </p:nvGrpSpPr>
        <p:grpSpPr>
          <a:xfrm>
            <a:off x="4698139" y="1390459"/>
            <a:ext cx="913276" cy="251290"/>
            <a:chOff x="4698139" y="1390459"/>
            <a:chExt cx="913276" cy="251290"/>
          </a:xfrm>
        </p:grpSpPr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A44429B2-3B55-4AC4-F2F0-DD1E0A59155E}"/>
                </a:ext>
              </a:extLst>
            </p:cNvPr>
            <p:cNvSpPr/>
            <p:nvPr/>
          </p:nvSpPr>
          <p:spPr>
            <a:xfrm rot="16200000">
              <a:off x="5360125" y="1390459"/>
              <a:ext cx="251290" cy="251290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77F01EF5-C100-270D-8018-AFC563DA088C}"/>
                </a:ext>
              </a:extLst>
            </p:cNvPr>
            <p:cNvSpPr/>
            <p:nvPr/>
          </p:nvSpPr>
          <p:spPr>
            <a:xfrm rot="16200000">
              <a:off x="5029132" y="1390459"/>
              <a:ext cx="251290" cy="251290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67937AAA-97F1-F53C-70CB-38B10E9313E5}"/>
                </a:ext>
              </a:extLst>
            </p:cNvPr>
            <p:cNvSpPr/>
            <p:nvPr/>
          </p:nvSpPr>
          <p:spPr>
            <a:xfrm rot="16200000">
              <a:off x="4698139" y="1390459"/>
              <a:ext cx="251290" cy="251290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270441A-2ED0-8BCD-25B7-F0D00B5B5F0D}"/>
              </a:ext>
            </a:extLst>
          </p:cNvPr>
          <p:cNvGrpSpPr/>
          <p:nvPr/>
        </p:nvGrpSpPr>
        <p:grpSpPr>
          <a:xfrm>
            <a:off x="645965" y="4652154"/>
            <a:ext cx="878365" cy="396146"/>
            <a:chOff x="645965" y="4652154"/>
            <a:chExt cx="878365" cy="396146"/>
          </a:xfrm>
        </p:grpSpPr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5D355AB4-D5FD-FC53-38A8-A7CA2E6EE633}"/>
                </a:ext>
              </a:extLst>
            </p:cNvPr>
            <p:cNvSpPr/>
            <p:nvPr/>
          </p:nvSpPr>
          <p:spPr>
            <a:xfrm rot="16200000">
              <a:off x="1128185" y="4652155"/>
              <a:ext cx="396145" cy="396145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9C12477E-B03E-C5AA-3329-1E740D1E2504}"/>
                </a:ext>
              </a:extLst>
            </p:cNvPr>
            <p:cNvSpPr/>
            <p:nvPr/>
          </p:nvSpPr>
          <p:spPr>
            <a:xfrm rot="16200000">
              <a:off x="645965" y="4652154"/>
              <a:ext cx="396145" cy="396145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0BE26A7-0557-F569-6436-9FCF1D6944A4}"/>
              </a:ext>
            </a:extLst>
          </p:cNvPr>
          <p:cNvGrpSpPr/>
          <p:nvPr/>
        </p:nvGrpSpPr>
        <p:grpSpPr>
          <a:xfrm>
            <a:off x="4755007" y="3429000"/>
            <a:ext cx="878365" cy="396146"/>
            <a:chOff x="645965" y="4652154"/>
            <a:chExt cx="878365" cy="396146"/>
          </a:xfrm>
        </p:grpSpPr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47D218AD-D21C-70D0-3950-D44029ABC985}"/>
                </a:ext>
              </a:extLst>
            </p:cNvPr>
            <p:cNvSpPr/>
            <p:nvPr/>
          </p:nvSpPr>
          <p:spPr>
            <a:xfrm rot="16200000">
              <a:off x="1128185" y="4652155"/>
              <a:ext cx="396145" cy="396145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E72567A6-5117-5EE0-B571-A83C59C159C6}"/>
                </a:ext>
              </a:extLst>
            </p:cNvPr>
            <p:cNvSpPr/>
            <p:nvPr/>
          </p:nvSpPr>
          <p:spPr>
            <a:xfrm rot="16200000">
              <a:off x="645965" y="4652154"/>
              <a:ext cx="396145" cy="396145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9216BB9-501C-4765-E78F-2697E23A7732}"/>
              </a:ext>
            </a:extLst>
          </p:cNvPr>
          <p:cNvGrpSpPr/>
          <p:nvPr/>
        </p:nvGrpSpPr>
        <p:grpSpPr>
          <a:xfrm rot="10800000">
            <a:off x="574664" y="121096"/>
            <a:ext cx="885824" cy="323850"/>
            <a:chOff x="1375978" y="1196299"/>
            <a:chExt cx="885824" cy="323850"/>
          </a:xfrm>
        </p:grpSpPr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9B6987F6-8012-FCBB-5859-593E885E874A}"/>
                </a:ext>
              </a:extLst>
            </p:cNvPr>
            <p:cNvSpPr/>
            <p:nvPr/>
          </p:nvSpPr>
          <p:spPr>
            <a:xfrm rot="16200000">
              <a:off x="1876040" y="1124862"/>
              <a:ext cx="304800" cy="466725"/>
            </a:xfrm>
            <a:custGeom>
              <a:avLst/>
              <a:gdLst>
                <a:gd name="csX0" fmla="*/ 152400 w 304800"/>
                <a:gd name="csY0" fmla="*/ 466725 h 466725"/>
                <a:gd name="csX1" fmla="*/ 0 w 304800"/>
                <a:gd name="csY1" fmla="*/ 314325 h 466725"/>
                <a:gd name="csX2" fmla="*/ 0 w 304800"/>
                <a:gd name="csY2" fmla="*/ 152400 h 466725"/>
                <a:gd name="csX3" fmla="*/ 152400 w 304800"/>
                <a:gd name="csY3" fmla="*/ 0 h 466725"/>
                <a:gd name="csX4" fmla="*/ 152400 w 304800"/>
                <a:gd name="csY4" fmla="*/ 0 h 466725"/>
                <a:gd name="csX5" fmla="*/ 304800 w 304800"/>
                <a:gd name="csY5" fmla="*/ 152400 h 466725"/>
                <a:gd name="csX6" fmla="*/ 304800 w 304800"/>
                <a:gd name="csY6" fmla="*/ 314325 h 466725"/>
                <a:gd name="csX7" fmla="*/ 152400 w 304800"/>
                <a:gd name="csY7" fmla="*/ 466725 h 466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4800" h="466725">
                  <a:moveTo>
                    <a:pt x="152400" y="466725"/>
                  </a:moveTo>
                  <a:cubicBezTo>
                    <a:pt x="66675" y="466725"/>
                    <a:pt x="0" y="400050"/>
                    <a:pt x="0" y="314325"/>
                  </a:cubicBezTo>
                  <a:lnTo>
                    <a:pt x="0" y="152400"/>
                  </a:lnTo>
                  <a:cubicBezTo>
                    <a:pt x="0" y="66675"/>
                    <a:pt x="66675" y="0"/>
                    <a:pt x="152400" y="0"/>
                  </a:cubicBezTo>
                  <a:lnTo>
                    <a:pt x="152400" y="0"/>
                  </a:lnTo>
                  <a:cubicBezTo>
                    <a:pt x="238125" y="0"/>
                    <a:pt x="304800" y="66675"/>
                    <a:pt x="304800" y="152400"/>
                  </a:cubicBezTo>
                  <a:lnTo>
                    <a:pt x="304800" y="314325"/>
                  </a:lnTo>
                  <a:cubicBezTo>
                    <a:pt x="304800" y="400050"/>
                    <a:pt x="238125" y="466725"/>
                    <a:pt x="152400" y="466725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rgbClr val="61CBF4"/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244E0E06-4417-741E-8AE6-313428115A23}"/>
                </a:ext>
              </a:extLst>
            </p:cNvPr>
            <p:cNvSpPr/>
            <p:nvPr/>
          </p:nvSpPr>
          <p:spPr>
            <a:xfrm rot="16200000">
              <a:off x="1375978" y="1196299"/>
              <a:ext cx="323850" cy="323850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85725" cap="flat">
              <a:solidFill>
                <a:srgbClr val="61CBF4"/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24645F6-0DF8-FAEC-B6B8-C9D526233324}"/>
              </a:ext>
            </a:extLst>
          </p:cNvPr>
          <p:cNvGrpSpPr/>
          <p:nvPr/>
        </p:nvGrpSpPr>
        <p:grpSpPr>
          <a:xfrm>
            <a:off x="8875369" y="1621425"/>
            <a:ext cx="869892" cy="304800"/>
            <a:chOff x="574664" y="672881"/>
            <a:chExt cx="869892" cy="304800"/>
          </a:xfrm>
        </p:grpSpPr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AD9FFE9D-722A-6980-8E4F-BE792F02259B}"/>
                </a:ext>
              </a:extLst>
            </p:cNvPr>
            <p:cNvSpPr/>
            <p:nvPr/>
          </p:nvSpPr>
          <p:spPr>
            <a:xfrm rot="5400000">
              <a:off x="655627" y="591918"/>
              <a:ext cx="304800" cy="466725"/>
            </a:xfrm>
            <a:custGeom>
              <a:avLst/>
              <a:gdLst>
                <a:gd name="csX0" fmla="*/ 152400 w 304800"/>
                <a:gd name="csY0" fmla="*/ 466725 h 466725"/>
                <a:gd name="csX1" fmla="*/ 0 w 304800"/>
                <a:gd name="csY1" fmla="*/ 314325 h 466725"/>
                <a:gd name="csX2" fmla="*/ 0 w 304800"/>
                <a:gd name="csY2" fmla="*/ 152400 h 466725"/>
                <a:gd name="csX3" fmla="*/ 152400 w 304800"/>
                <a:gd name="csY3" fmla="*/ 0 h 466725"/>
                <a:gd name="csX4" fmla="*/ 152400 w 304800"/>
                <a:gd name="csY4" fmla="*/ 0 h 466725"/>
                <a:gd name="csX5" fmla="*/ 304800 w 304800"/>
                <a:gd name="csY5" fmla="*/ 152400 h 466725"/>
                <a:gd name="csX6" fmla="*/ 304800 w 304800"/>
                <a:gd name="csY6" fmla="*/ 314325 h 466725"/>
                <a:gd name="csX7" fmla="*/ 152400 w 304800"/>
                <a:gd name="csY7" fmla="*/ 466725 h 466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4800" h="466725">
                  <a:moveTo>
                    <a:pt x="152400" y="466725"/>
                  </a:moveTo>
                  <a:cubicBezTo>
                    <a:pt x="66675" y="466725"/>
                    <a:pt x="0" y="400050"/>
                    <a:pt x="0" y="314325"/>
                  </a:cubicBezTo>
                  <a:lnTo>
                    <a:pt x="0" y="152400"/>
                  </a:lnTo>
                  <a:cubicBezTo>
                    <a:pt x="0" y="66675"/>
                    <a:pt x="66675" y="0"/>
                    <a:pt x="152400" y="0"/>
                  </a:cubicBezTo>
                  <a:lnTo>
                    <a:pt x="152400" y="0"/>
                  </a:lnTo>
                  <a:cubicBezTo>
                    <a:pt x="238125" y="0"/>
                    <a:pt x="304800" y="66675"/>
                    <a:pt x="304800" y="152400"/>
                  </a:cubicBezTo>
                  <a:lnTo>
                    <a:pt x="304800" y="314325"/>
                  </a:lnTo>
                  <a:cubicBezTo>
                    <a:pt x="304800" y="400050"/>
                    <a:pt x="238125" y="466725"/>
                    <a:pt x="152400" y="466725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B6692999-70B0-2E57-9664-856D63370741}"/>
                </a:ext>
              </a:extLst>
            </p:cNvPr>
            <p:cNvSpPr/>
            <p:nvPr/>
          </p:nvSpPr>
          <p:spPr>
            <a:xfrm rot="5400000">
              <a:off x="1153027" y="679515"/>
              <a:ext cx="291529" cy="291529"/>
            </a:xfrm>
            <a:custGeom>
              <a:avLst/>
              <a:gdLst>
                <a:gd name="csX0" fmla="*/ 161925 w 323850"/>
                <a:gd name="csY0" fmla="*/ 323850 h 323850"/>
                <a:gd name="csX1" fmla="*/ 0 w 323850"/>
                <a:gd name="csY1" fmla="*/ 161925 h 323850"/>
                <a:gd name="csX2" fmla="*/ 161925 w 323850"/>
                <a:gd name="csY2" fmla="*/ 0 h 323850"/>
                <a:gd name="csX3" fmla="*/ 323850 w 323850"/>
                <a:gd name="csY3" fmla="*/ 161925 h 323850"/>
                <a:gd name="csX4" fmla="*/ 161925 w 323850"/>
                <a:gd name="csY4" fmla="*/ 32385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76200" y="323850"/>
                    <a:pt x="0" y="247650"/>
                    <a:pt x="0" y="161925"/>
                  </a:cubicBezTo>
                  <a:cubicBezTo>
                    <a:pt x="0" y="76200"/>
                    <a:pt x="76200" y="0"/>
                    <a:pt x="161925" y="0"/>
                  </a:cubicBezTo>
                  <a:cubicBezTo>
                    <a:pt x="247650" y="0"/>
                    <a:pt x="323850" y="76200"/>
                    <a:pt x="323850" y="161925"/>
                  </a:cubicBezTo>
                  <a:cubicBezTo>
                    <a:pt x="323850" y="247650"/>
                    <a:pt x="247650" y="323850"/>
                    <a:pt x="161925" y="323850"/>
                  </a:cubicBezTo>
                  <a:close/>
                </a:path>
              </a:pathLst>
            </a:custGeom>
            <a:solidFill>
              <a:srgbClr val="FFFFFF"/>
            </a:solidFill>
            <a:ln w="66675" cap="flat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SG" altLang="en-US"/>
            </a:p>
          </p:txBody>
        </p:sp>
      </p:grp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E9CC2BF1-D8BA-A0CC-840F-1758DBFCCBE4}"/>
              </a:ext>
            </a:extLst>
          </p:cNvPr>
          <p:cNvSpPr/>
          <p:nvPr/>
        </p:nvSpPr>
        <p:spPr>
          <a:xfrm rot="16200000">
            <a:off x="9127995" y="2332793"/>
            <a:ext cx="409575" cy="952500"/>
          </a:xfrm>
          <a:custGeom>
            <a:avLst/>
            <a:gdLst>
              <a:gd name="csX0" fmla="*/ 0 w 409575"/>
              <a:gd name="csY0" fmla="*/ 0 h 952500"/>
              <a:gd name="csX1" fmla="*/ 409575 w 409575"/>
              <a:gd name="csY1" fmla="*/ 0 h 952500"/>
              <a:gd name="csX2" fmla="*/ 409575 w 409575"/>
              <a:gd name="csY2" fmla="*/ 952500 h 952500"/>
              <a:gd name="csX3" fmla="*/ 0 w 409575"/>
              <a:gd name="csY3" fmla="*/ 95250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9575" h="952500">
                <a:moveTo>
                  <a:pt x="0" y="0"/>
                </a:moveTo>
                <a:lnTo>
                  <a:pt x="409575" y="0"/>
                </a:lnTo>
                <a:lnTo>
                  <a:pt x="409575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61CBF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4815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441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</Words>
  <Application>Microsoft Office PowerPoint</Application>
  <PresentationFormat>宽屏</PresentationFormat>
  <Paragraphs>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3</cp:revision>
  <dcterms:created xsi:type="dcterms:W3CDTF">2026-04-12T09:03:57Z</dcterms:created>
  <dcterms:modified xsi:type="dcterms:W3CDTF">2026-04-12T09:44:41Z</dcterms:modified>
</cp:coreProperties>
</file>