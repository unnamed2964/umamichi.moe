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93" d="100"/>
          <a:sy n="93" d="100"/>
        </p:scale>
        <p:origin x="3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1CF82-86CC-0B4F-C26C-F42FFD49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2DB4BC-4712-CF8B-302D-F693348FA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213FB3-895D-23CA-A2DD-63E33F7D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52765-E7C3-8D32-9BCB-E5D722A8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118B6-6B41-501E-4FFD-585F6C98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6325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17E7C-486F-DF40-4FE5-38DC2263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A5FA5-F6FB-8A19-53FD-E38AAA420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72D9E2-D8B7-F285-89A6-5365A957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F9D390-F6DC-6D42-E59D-3CF5243A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E9B25-CC94-080B-EAC3-BF70635B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865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B1FE5-2502-A126-410B-6819F210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DDE70D-8EBE-1964-D548-DDC2F4799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70824A-14F6-2F9B-0E39-99687D93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8ABF68-A485-2651-C2AC-93126B84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6E61B-4AC3-D75D-C5A8-3821F1DB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7291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7C665-9B8F-DEAE-2277-6A3290DE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40161-A050-DE47-3EA8-DDD9A2E0C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1A4837-C4E9-6DC1-1D8D-04DA14F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E076B4-25B3-C59A-7573-C2564534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959C1-2C5F-0917-AF5A-9E172952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DD35A-A875-2B09-091E-8AF1B61B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4425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54AD5-620C-783A-05EA-642A6975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FA0844-18C8-9B42-AE2C-59BB28738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4D08CF-8329-6540-F147-A8AF1E090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5F2033-1FF9-C363-4F44-BF30E1127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AF67E7-4F46-CE1B-7E3F-D62D7FEF1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B2F643-360C-9A9D-5F48-5E629065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6550C6-6C51-8337-1B42-5E82C004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9834BD-97B1-CA87-DBAA-12526C13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14492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A81F5-6F79-B53A-8E0C-CA12FAEE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81C423-A68A-6B52-CF8E-BFA21788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BCAF90-73B3-BF72-EB9E-0249B4FF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E35AA5-673A-D55C-6DD0-1D9C865C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4629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1258DA-28B8-F8F8-F2D6-CEB5B1A3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E8FDDB-382D-CAB0-A79D-04335E56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E25E90-5AD2-6CD0-8B7E-1C4AAF0E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56517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A5621-5FC7-5A8B-ECEC-B5B8872A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EEE4C-34C8-5F90-0A31-E1A3FD171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CD2695-203E-F552-338B-205AB74D4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82CB88-BE90-2846-7D20-A3DE10F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C6053A-5BD7-9CD3-5D90-AED97989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36460-AEAA-EF8B-F2EA-B2D7450A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6530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AB6C6-3FCE-0BB9-0EF3-35F4074A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0F1199-D06B-3426-89B2-6D533A169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6CC354-1F45-0DEA-7B80-AC617269C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239FB4-5C68-64A6-FC69-2EB2513E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7FC8-AA51-ED04-CD96-DB6C1FB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3F7958-5460-8C38-5024-E57CB084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9919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B941A-CE3A-CC6A-FDEF-303B9F97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806521-F32D-AFAF-DFF9-A768F7AE5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1B0349-4158-E624-E896-FC2E950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FB55A-1328-4066-6210-CCA250A3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25FBCA-A912-4EB9-1217-60F81AB6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5786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840200-D785-46A2-75E3-A6D97C98B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B9EB39-0AEC-740C-4050-1AC48E95A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71BFF-DD37-1132-B3C9-997BE663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13FD9-3968-C32D-B46A-C1032FE1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D76AD-2114-DDCA-BA79-23ED2833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1515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355B4A-F4E2-EBFD-D327-121D9E48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A92B80-4656-09E8-B4D6-337C3EE6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5AADE1-6FC7-D2DF-066C-8B67F6BEA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3B715-5F1E-47F4-9E77-F4F2A8EA1721}" type="datetimeFigureOut">
              <a:rPr lang="zh-SG" altLang="en-US" smtClean="0"/>
              <a:t>11/4/2026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0AC78-3680-20A0-93A8-555EA1477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82B25-2298-099D-1ACD-BAA634C66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4AAFF-12D2-47A8-BD92-F7BB5DB465D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8114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23AEA0A-9137-7483-7032-67B069E9E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58AC8AB-9CA5-31E7-F9F3-DB6AE0A8C3E1}"/>
              </a:ext>
            </a:extLst>
          </p:cNvPr>
          <p:cNvSpPr/>
          <p:nvPr/>
        </p:nvSpPr>
        <p:spPr>
          <a:xfrm>
            <a:off x="4925616" y="2168130"/>
            <a:ext cx="1267200" cy="5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5DC113A-E9B9-9789-0C82-8C6E6F3411AC}"/>
              </a:ext>
            </a:extLst>
          </p:cNvPr>
          <p:cNvSpPr/>
          <p:nvPr/>
        </p:nvSpPr>
        <p:spPr>
          <a:xfrm>
            <a:off x="4983956" y="4279106"/>
            <a:ext cx="1170000" cy="493200"/>
          </a:xfrm>
          <a:prstGeom prst="roundRect">
            <a:avLst>
              <a:gd name="adj" fmla="val 50000"/>
            </a:avLst>
          </a:prstGeom>
          <a:ln w="9017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5A11B14-08C0-31B8-6332-3D38165B7618}"/>
              </a:ext>
            </a:extLst>
          </p:cNvPr>
          <p:cNvSpPr/>
          <p:nvPr/>
        </p:nvSpPr>
        <p:spPr>
          <a:xfrm>
            <a:off x="5001816" y="3280361"/>
            <a:ext cx="633929" cy="413585"/>
          </a:xfrm>
          <a:prstGeom prst="roundRect">
            <a:avLst>
              <a:gd name="adj" fmla="val 50000"/>
            </a:avLst>
          </a:prstGeom>
          <a:ln w="9017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B5900E7-4CBD-90E1-1AAE-FB69FE455744}"/>
              </a:ext>
            </a:extLst>
          </p:cNvPr>
          <p:cNvSpPr/>
          <p:nvPr/>
        </p:nvSpPr>
        <p:spPr>
          <a:xfrm>
            <a:off x="5759587" y="3276600"/>
            <a:ext cx="423029" cy="432000"/>
          </a:xfrm>
          <a:prstGeom prst="ellipse">
            <a:avLst/>
          </a:prstGeom>
          <a:ln w="11303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4862197-5840-A3E4-C198-EE568A8BF87C}"/>
              </a:ext>
            </a:extLst>
          </p:cNvPr>
          <p:cNvSpPr txBox="1"/>
          <p:nvPr/>
        </p:nvSpPr>
        <p:spPr>
          <a:xfrm>
            <a:off x="4531659" y="144555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根据投影关系进行了计算</a:t>
            </a:r>
            <a:endParaRPr lang="en-US" altLang="zh-CN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BDA208-4573-1873-306B-10D28E40A5BA}"/>
              </a:ext>
            </a:extLst>
          </p:cNvPr>
          <p:cNvSpPr/>
          <p:nvPr/>
        </p:nvSpPr>
        <p:spPr>
          <a:xfrm rot="16200000">
            <a:off x="110332" y="2803200"/>
            <a:ext cx="1267200" cy="543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A429E11-64CA-CA3F-64E4-B8898D8B2180}"/>
              </a:ext>
            </a:extLst>
          </p:cNvPr>
          <p:cNvSpPr/>
          <p:nvPr/>
        </p:nvSpPr>
        <p:spPr>
          <a:xfrm rot="16200000">
            <a:off x="2244708" y="2818660"/>
            <a:ext cx="1170000" cy="493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017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8581A41-E8DA-22CA-6148-D9AAF77E5622}"/>
              </a:ext>
            </a:extLst>
          </p:cNvPr>
          <p:cNvSpPr/>
          <p:nvPr/>
        </p:nvSpPr>
        <p:spPr>
          <a:xfrm rot="16200000">
            <a:off x="1474191" y="3108643"/>
            <a:ext cx="633929" cy="413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017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48ACE0A-42BC-91BA-F854-0A9E2EFB5E6D}"/>
              </a:ext>
            </a:extLst>
          </p:cNvPr>
          <p:cNvSpPr/>
          <p:nvPr/>
        </p:nvSpPr>
        <p:spPr>
          <a:xfrm rot="16200000">
            <a:off x="1585087" y="2447114"/>
            <a:ext cx="423029" cy="432000"/>
          </a:xfrm>
          <a:prstGeom prst="ellipse">
            <a:avLst/>
          </a:prstGeom>
          <a:solidFill>
            <a:schemeClr val="bg1"/>
          </a:solidFill>
          <a:ln w="11303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50366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6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2</cp:revision>
  <dcterms:created xsi:type="dcterms:W3CDTF">2026-04-11T10:20:27Z</dcterms:created>
  <dcterms:modified xsi:type="dcterms:W3CDTF">2026-04-11T17:43:02Z</dcterms:modified>
</cp:coreProperties>
</file>